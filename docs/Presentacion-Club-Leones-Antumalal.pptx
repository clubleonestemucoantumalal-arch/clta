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noches, socios. Gracias por recibirme. Soy [tu nombre], yerno de [nombre de tu suegro]. Hoy quiero mostrarles una herramienta para que el trabajo del club se conozca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Haz una pausa larga. Deja que piensen. Si hoy una persona quiere ayudar, o necesita ayuda, ¿dónde nos busca?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en septiembre: frazadas, cajas de alimento a 10 instituciones, ayuda a familias de oncología infantil, lentes, planchas, el Hogar San Vicente de Paul, el Spelling Bee. Todo está reportado en Lions, pero casi nadie en Temuco lo 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buscan Club de Leones Temuco en Google, ¿qué aparece? Hoy no tenemos una casa propia en internet. Cuatro pérdidas: socios, confianza, visibilidad y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rápido las seis secciones. Mencionar: reuniones el 2° y 4° lunes de cada mes, 20:30 h, quincho Martin Lutero.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Cambia al navegador. Muestra la página en el notebook y luego en tu celular. Ten una captura de respaldo por si falla el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admin.html y muestra el panel. Si el secretario o cualquier socio sabe usar WhatsApp, puede mantener la 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con la analogía: la casa es la página, el terreno es el hosting, la dirección es el dominio. Mi trabajo y el hosting no tienen costo; lo único que paga el club es el dominio, una vez al año. Confirma el valor y la disponibilidad del nombre antes de la reunión.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beneficio termina en lo mismo: más gente ayudada. Habla de servicio, no de tecnología.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 el valor del dominio antes de la reunión. Si hay un socio mayor, pregúntale qué le agregaría: lo convierte en aliado.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Pedido concreto: que hoy aprueben publicar la página. Pendiente de tu lado: reemplazar el teléfono de ejemplo (+56 9 0000 0000) por el real y revisar el sitio en el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Leones no buscan reconocimiento, pero cuanto más se conoce el trabajo, más manos se suman. Gracias. Abrir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E5B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LEONES TEMUCO ANTUMALAL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casa propia en internet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la página web del club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B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Servimos · We Serve · Desde 1983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B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PREGUNTA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12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alguien en Temuco quiere ayudar, ¿cómo encuentra al club?</a:t>
            </a:r>
            <a:endParaRPr lang="en-US" sz="5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HACEN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trabajo enorme, que casi nadie ve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 MAYORES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frazadas a adultos mayores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de alimento a 10 instituciones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ONCOLOGÍA INFANTIL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a familias de pacientes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4348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lentes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89120" y="393192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POBREZA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44348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Planchas para una madre con recién nacido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046720" y="393192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JUVENTUD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4348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 Spelling Bee y liderezas mistralianas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proyectos del club reportados a Lions International, septiembre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5B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la gente busca en Google y en el celular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D3A78"/>
          </a:solidFill>
          <a:ln w="12700">
            <a:solidFill>
              <a:srgbClr val="1D3A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B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pierden socios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26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vecino que quiere servir no sabe dónde, cuándo ni con quién hablar.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21945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D3A78"/>
          </a:solidFill>
          <a:ln w="12700">
            <a:solidFill>
              <a:srgbClr val="1D3A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B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pierde confianza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926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club con 43 años de historia merece verse tan serio como 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D3A78"/>
          </a:solidFill>
          <a:ln w="12700">
            <a:solidFill>
              <a:srgbClr val="1D3A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B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pierde visibilidad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Empresas, municipio y universidad miran la presencia pública antes de apoyar.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41605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D3A78"/>
          </a:solidFill>
          <a:ln w="12700">
            <a:solidFill>
              <a:srgbClr val="1D3A7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B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depende de otros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cambia sus reglas y no es nuestro. Una página sí lo 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página con todo lo que el club 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457200" cy="457200"/>
          </a:xfrm>
          <a:prstGeom prst="ellipse">
            <a:avLst/>
          </a:prstGeom>
          <a:solidFill>
            <a:srgbClr val="2C4F9E"/>
          </a:solidFill>
          <a:ln w="12700">
            <a:solidFill>
              <a:srgbClr val="2C4F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37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Historia, lema y propósito del club.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331720"/>
            <a:ext cx="457200" cy="457200"/>
          </a:xfrm>
          <a:prstGeom prst="ellipse">
            <a:avLst/>
          </a:prstGeom>
          <a:solidFill>
            <a:srgbClr val="2C4F9E"/>
          </a:solidFill>
          <a:ln w="12700">
            <a:solidFill>
              <a:srgbClr val="2C4F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en terreno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337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reales del club.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331720"/>
            <a:ext cx="457200" cy="457200"/>
          </a:xfrm>
          <a:prstGeom prst="ellipse">
            <a:avLst/>
          </a:prstGeom>
          <a:solidFill>
            <a:srgbClr val="2C4F9E"/>
          </a:solidFill>
          <a:ln w="12700">
            <a:solidFill>
              <a:srgbClr val="2C4F9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337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cargo de quienes lideran.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343400"/>
            <a:ext cx="457200" cy="457200"/>
          </a:xfrm>
          <a:prstGeom prst="ellipse">
            <a:avLst/>
          </a:prstGeom>
          <a:solidFill>
            <a:srgbClr val="2C4F9E"/>
          </a:solidFill>
          <a:ln w="12700">
            <a:solidFill>
              <a:srgbClr val="2C4F9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Noticias y agenda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5349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 y calendario del distrito.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89120" y="41148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4343400"/>
            <a:ext cx="457200" cy="457200"/>
          </a:xfrm>
          <a:prstGeom prst="ellipse">
            <a:avLst/>
          </a:prstGeom>
          <a:solidFill>
            <a:srgbClr val="2C4F9E"/>
          </a:solidFill>
          <a:ln w="12700">
            <a:solidFill>
              <a:srgbClr val="2C4F9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177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integrado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5349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publican, también en la web.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41148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343400"/>
            <a:ext cx="457200" cy="457200"/>
          </a:xfrm>
          <a:prstGeom prst="ellipse">
            <a:avLst/>
          </a:prstGeom>
          <a:solidFill>
            <a:srgbClr val="2C4F9E"/>
          </a:solidFill>
          <a:ln w="12700">
            <a:solidFill>
              <a:srgbClr val="2C4F9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349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mapa y horario de reuniones.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5B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Veamos la página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[dirección de la página]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0" y="146304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D3A78"/>
          </a:solidFill>
          <a:ln w="12700">
            <a:solidFill>
              <a:srgbClr val="1D3A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B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286000"/>
            <a:ext cx="4297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portada: «Nosotros Servimos»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hacemos en terreno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directiva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Noticias, agenda e Instagram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y reuniones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ve en el celular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 necesita un informático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468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4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474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español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297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panel simple, sin código.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219456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2468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4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474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textos y fotos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4297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carga la agenda del club.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468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4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474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desde el mismo lugar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4297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use WhatsApp puede hacerlo.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5B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UNA PÁGINA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piezas: casa, terreno y dirección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1D3A78"/>
          </a:solidFill>
          <a:ln w="12700">
            <a:solidFill>
              <a:srgbClr val="1D3A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B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web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74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gente ve: textos, fotos, directiva y proyectos.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709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B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está hecha. Es mi aporte.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1D3A78"/>
          </a:solidFill>
          <a:ln w="12700">
            <a:solidFill>
              <a:srgbClr val="1D3A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B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TERRENO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474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lugar en internet donde vive la página, abierta las 24 horas.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4709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B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para este sitio.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1D3A78"/>
          </a:solidFill>
          <a:ln w="12700">
            <a:solidFill>
              <a:srgbClr val="1D3A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B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Dominio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474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que se escribe en el navegador, como leonesantumalal.cl.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709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B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asume el club: [$__ al año].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dominio: el nombre definitivo lo decide el club.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gente conoce al club, más manos se suman</a:t>
            </a:r>
            <a:endParaRPr lang="en-US" sz="3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94560"/>
          <a:ext cx="10698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772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el club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8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ayuda la página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8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28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socios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8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WhatsApp y un contacto claro para quien quiere unirse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28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apoyo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8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Donantes y auspiciadores ven transparencia y resultados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28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orden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8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Agenda, directiva e historia en un solo lugar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28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memoria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8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historia del club queda archivada para las nuevas generaciones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28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alcance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8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Quien necesita ayuda sabe cómo pedirla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5B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dudas que seguro tienen</a:t>
            </a:r>
            <a:endParaRPr lang="en-US" sz="3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94560"/>
          <a:ext cx="10698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7724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5B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8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5B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85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¿Cuánto cuesta?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3A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trabajo y el hosting no tienen costo. El club solo asume el dominio: [$__ al año].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3A7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¿Quién la mantiene?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8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 o dos socios encargados, con el panel en español. Yo los capacito.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85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tenemos Instagram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3A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un buen complemento. La página sale en Google, es del club y muestra el Instagram.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3A7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¿Y si no resulta?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8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hay riesgo: es reversible y no compromete al club.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85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LES PROPONGO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pasos para publicarla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2285A"/>
          </a:solidFill>
          <a:ln w="12700">
            <a:solidFill>
              <a:srgbClr val="1228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468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5B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383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la publicación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251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visto bueno de la directiva.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21945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2285A"/>
          </a:solidFill>
          <a:ln w="12700">
            <a:solidFill>
              <a:srgbClr val="1228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2468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5B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383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Designar uno o dos encargados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4251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los capacito en el panel.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2285A"/>
          </a:solidFill>
          <a:ln w="12700">
            <a:solidFill>
              <a:srgbClr val="1228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468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5B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383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Aportar datos y fotos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4251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 real y fotos de actividades.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oficial en redes: [fecha, por ejemplo en 2 semanas]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B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2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Cuanto más se conoce el servicio, más manos se suman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297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página es mi aporte al club, en honor a su trabajo voluntario.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12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SERVIMOS · GRACIAS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Club de Leones Temuco Antumalal</dc:title>
  <dc:subject>PptxGenJS Presentation</dc:subject>
  <dc:creator>PptxGenJS</dc:creator>
  <cp:lastModifiedBy>PptxGenJS</cp:lastModifiedBy>
  <cp:revision>1</cp:revision>
  <dcterms:created xsi:type="dcterms:W3CDTF">2026-10-05T16:14:42Z</dcterms:created>
  <dcterms:modified xsi:type="dcterms:W3CDTF">2026-10-05T16:14:42Z</dcterms:modified>
</cp:coreProperties>
</file>